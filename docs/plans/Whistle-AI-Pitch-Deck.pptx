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 type="screen16x9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  <Relationship Id="rId2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  <Relationship Id="rId2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  <Relationship Id="rId2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  <Relationship Id="rId2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  <Relationship Id="rId2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  <Relationship Id="rId2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  <Relationship Id="rId2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  <Relationship Id="rId2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  <Relationship Id="rId2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2.png"/>
  <Relationship Id="rId2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3.png"/>
  <Relationship Id="rId2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4.png"/>
  <Relationship Id="rId2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5.png"/>
  <Relationship Id="rId2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Whistle">
  <a:themeElements>
    <a:clrScheme name="Whistle">
      <a:dk1>
        <a:srgbClr val="0B1220"/>
      </a:dk1>
      <a:lt1>
        <a:srgbClr val="FAFBFF"/>
      </a:lt1>
      <a:dk2>
        <a:srgbClr val="1F2937"/>
      </a:dk2>
      <a:lt2>
        <a:srgbClr val="F0F2FA"/>
      </a:lt2>
      <a:accent1>
        <a:srgbClr val="2E5BFF"/>
      </a:accent1>
      <a:accent2>
        <a:srgbClr val="FF5C7D"/>
      </a:accent2>
      <a:accent3>
        <a:srgbClr val="C4F53F"/>
      </a:accent3>
      <a:accent4>
        <a:srgbClr val="FFDE3B"/>
      </a:accent4>
      <a:accent5>
        <a:srgbClr val="3FE6A3"/>
      </a:accent5>
      <a:accent6>
        <a:srgbClr val="6B7280"/>
      </a:accent6>
      <a:hlink>
        <a:srgbClr val="2E5BFF"/>
      </a:hlink>
      <a:folHlink>
        <a:srgbClr val="6B46FF"/>
      </a:folHlink>
    </a:clrScheme>
    <a:fontScheme name="Whistle">
      <a:majorFont>
        <a:latin typeface="Bricolage Grotesque"/>
        <a:ea typeface=""/>
        <a:cs typeface=""/>
      </a:majorFont>
      <a:minorFont>
        <a:latin typeface="Sora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